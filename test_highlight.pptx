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ئەمە دەقێکی </a:t>
            </a:r>
            <a:pPr algn="r" indent="0" marL="0">
              <a:buNone/>
            </a:pPr>
            <a:r>
              <a:rPr lang="en-US" sz="2000" dirty="0">
                <a:solidFill>
                  <a:srgbClr val="1C1C1E"/>
                </a:solidFill>
                <a:effectLst>
                  <a:outerShdw blurRad="25400" dist="12700" dir="2700000" algn="tl">
                    <a:srgbClr val="808080"/>
                  </a:outerShdw>
                </a:effectLst>
                <a:highlight>
                  <a:srgbClr val="FFFF00"/>
                </a:highlight>
                <a:latin typeface="Tahoma" pitchFamily="34" charset="0"/>
                <a:ea typeface="Tahoma" pitchFamily="34" charset="-122"/>
                <a:cs typeface="Tahoma" pitchFamily="34" charset="-120"/>
              </a:rPr>
              <a:t>هاینایتکراوە</a:t>
            </a:r>
            <a:pPr algn="r" indent="0" marL="0">
              <a:buNone/>
            </a:pPr>
            <a:r>
              <a:rPr lang="en-US" sz="20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لە ناو ڕستەکەدا.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solidFill>
            <a:srgbClr val="00FFFF"/>
          </a:solidFill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C1C1E"/>
                </a:solidFill>
                <a:effectLst>
                  <a:outerShdw blurRad="25400" dist="12700" dir="2700000" algn="tl">
                    <a:srgbClr val="808080"/>
                  </a:outerShdw>
                </a:effectLst>
                <a:highlight>
                  <a:srgbClr val="FFFF00"/>
                </a:highlight>
                <a:latin typeface="Tahoma" pitchFamily="34" charset="0"/>
                <a:ea typeface="Tahoma" pitchFamily="34" charset="-122"/>
                <a:cs typeface="Tahoma" pitchFamily="34" charset="-120"/>
              </a:rPr>
              <a:t>هەموی هاینایتکراوە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2026-10-04T16:56:01Z</dcterms:created>
  <dcterms:modified xsi:type="dcterms:W3CDTF">2026-10-04T16:56:01Z</dcterms:modified>
</cp:coreProperties>
</file>