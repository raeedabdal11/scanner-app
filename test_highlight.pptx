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ar-IQ" altLang="en-US" sz="20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ئەمە دەقێکی </a:t>
            </a:r>
            <a:r>
              <a:rPr lang="ar-IQ" altLang="en-US" sz="2000" dirty="0">
                <a:solidFill>
                  <a:srgbClr val="1C1C1E"/>
                </a:solidFill>
                <a:highlight>
                  <a:srgbClr val="FFFF00"/>
                </a:highlight>
                <a:latin typeface="Tahoma" pitchFamily="34" charset="0"/>
                <a:ea typeface="Tahoma" pitchFamily="34" charset="-122"/>
                <a:cs typeface="Tahoma" pitchFamily="34" charset="-120"/>
              </a:rPr>
              <a:t>هاینایتکراوە</a:t>
            </a:r>
            <a:r>
              <a:rPr lang="ar-IQ" altLang="en-US" sz="20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لە ناو ڕستەکەدا.</a:t>
            </a:r>
            <a:endParaRPr lang="ar-IQ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2026-10-05T17:05:51Z</dcterms:created>
  <dcterms:modified xsi:type="dcterms:W3CDTF">2026-10-05T17:05:51Z</dcterms:modified>
</cp:coreProperties>
</file>